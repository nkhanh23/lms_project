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EFF6FF">
              <a:alpha val="92000"/>
            </a:srgbClr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2157984"/>
            <a:ext cx="6720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học trực tuyến tích hợp AI Tutor hỗ trợ học tập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2907792"/>
            <a:ext cx="868680" cy="301752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8094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212848" y="2907792"/>
            <a:ext cx="868680" cy="301752"/>
          </a:xfrm>
          <a:prstGeom prst="rect">
            <a:avLst/>
          </a:prstGeom>
          <a:solidFill>
            <a:srgbClr val="0284C7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2848" y="298094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75888" y="2907792"/>
            <a:ext cx="1691640" cy="301752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298094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LEARNING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49808" y="507492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Ngọc Khánh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hướng dẫn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 án tốt nghiệp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406640" y="960120"/>
            <a:ext cx="4297680" cy="210312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5" name="Image 0" descr="C:\xampp\htdocs\LMS\StackLearn\outputs\manual-stacklearn-ppt\assets\docx_media\word\media\image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48" y="1024128"/>
            <a:ext cx="4169664" cy="17190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516368" y="280720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 StackLearn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406640" y="3429000"/>
            <a:ext cx="4297680" cy="210312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8" name="Image 1" descr="C:\xampp\htdocs\LMS\StackLearn\outputs\manual-stacklearn-ppt\assets\docx_media\word\media\image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48" y="3493008"/>
            <a:ext cx="4169664" cy="17190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516368" y="527608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 trong bài học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</p:spTree>
  </p:cSld>
  <p:transition spd="med" advClick="1">
    <p:fade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EFF6FF">
              <a:alpha val="92000"/>
            </a:srgbClr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 THỰC TẾ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trực tuyến phát triển mạnh, nhưng hỗ trợ học tập vẫn chưa tức thời.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22402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21284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viên khó hỏi đáp ngay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965960"/>
            <a:ext cx="22402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221284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không hỗ trợ 24/7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965960"/>
            <a:ext cx="22402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21284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 truyền thống chỉ quản lý khóa học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0" y="1965960"/>
            <a:ext cx="22402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17152" y="221284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cá nhân hóa việc học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2971800"/>
            <a:ext cx="0" cy="68580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17720" y="2971800"/>
            <a:ext cx="0" cy="68580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06640" y="2971800"/>
            <a:ext cx="0" cy="68580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195560" y="2971800"/>
            <a:ext cx="0" cy="68580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011680" y="3977640"/>
            <a:ext cx="8183880" cy="1051560"/>
          </a:xfrm>
          <a:prstGeom prst="rect">
            <a:avLst/>
          </a:prstGeom>
          <a:solidFill>
            <a:srgbClr val="EAF2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4343400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LMS tích hợp AI Tutor để giải đáp theo ngữ cảnh bài học ngay trong quá trình học.</a:t>
            </a:r>
            <a:endParaRPr lang="en-US" sz="1700" dirty="0"/>
          </a:p>
        </p:txBody>
      </p:sp>
    </p:spTree>
  </p:cSld>
  <p:transition spd="med" advClick="1">
    <p:fade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EFF6FF">
              <a:alpha val="92000"/>
            </a:srgbClr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ĐỀ TÀI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kết hợp nền tảng LMS hoàn chỉnh với AI Tutor theo ngữ cảnh.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5074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691640"/>
            <a:ext cx="5074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LMS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AI Tutor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143000" y="2679192"/>
            <a:ext cx="8229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44168" y="26060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học viên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143000" y="3136392"/>
            <a:ext cx="8229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30632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giảng viên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143000" y="3593592"/>
            <a:ext cx="8229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44168" y="35204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khóa học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143000" y="4050792"/>
            <a:ext cx="8229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44168" y="39776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toán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143000" y="4507992"/>
            <a:ext cx="8229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44168" y="44348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tiến độ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83680" y="2679192"/>
            <a:ext cx="82296" cy="822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26060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 đáp thông minh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83680" y="3136392"/>
            <a:ext cx="82296" cy="822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4848" y="30632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Hỗ trợ học tập theo ngữ cảnh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583680" y="3593592"/>
            <a:ext cx="82296" cy="822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35204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Gemini API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83680" y="4050792"/>
            <a:ext cx="82296" cy="822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39776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lịch sử hội thoại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583680" y="4507992"/>
            <a:ext cx="82296" cy="822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84848" y="44348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Khai thác transcript bài giảng</a:t>
            </a:r>
            <a:endParaRPr lang="en-US" sz="1350" dirty="0"/>
          </a:p>
        </p:txBody>
      </p:sp>
    </p:spTree>
  </p:cSld>
  <p:transition spd="med" advClick="1">
    <p:fade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EFF6FF">
              <a:alpha val="92000"/>
            </a:srgbClr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STACKLEARN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 và AI Tutor được đặt trong cùng một nền tảng học tập.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" y="1828800"/>
            <a:ext cx="1965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039112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11880" y="1828800"/>
            <a:ext cx="1965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2039112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1965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039112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2971800"/>
            <a:ext cx="34747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3264408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LMS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92040" y="4572000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479145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778240" y="4572000"/>
            <a:ext cx="22402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51392" y="4791456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94760" y="2560320"/>
            <a:ext cx="1874520" cy="50292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80760" y="3822192"/>
            <a:ext cx="0" cy="612648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96912" y="4892040"/>
            <a:ext cx="1344168" cy="0"/>
          </a:xfrm>
          <a:prstGeom prst="line">
            <a:avLst/>
          </a:prstGeom>
          <a:noFill/>
          <a:ln w="15875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68680" y="4617720"/>
            <a:ext cx="2834640" cy="868680"/>
          </a:xfrm>
          <a:prstGeom prst="rect">
            <a:avLst/>
          </a:prstGeom>
          <a:solidFill>
            <a:srgbClr val="EAF2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86460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viên không rời khỏi bài học vẫn có thể hỏi AI theo nội dung đang học.</a:t>
            </a:r>
            <a:endParaRPr lang="en-US" sz="1150" dirty="0"/>
          </a:p>
        </p:txBody>
      </p:sp>
    </p:spTree>
  </p:cSld>
  <p:transition spd="med" advClick="1">
    <p:fade/>
  </p:transition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EFF6FF">
              <a:alpha val="92000"/>
            </a:srgbClr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HỆ THỐNG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web MVC kết nối dữ liệu học tập và dịch vụ AI bên ngoài.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2240280"/>
            <a:ext cx="2057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564892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80360" y="2679192"/>
            <a:ext cx="411480" cy="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29000" y="2240280"/>
            <a:ext cx="2057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2564892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Backend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32120" y="2679192"/>
            <a:ext cx="457200" cy="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26480" y="2240280"/>
            <a:ext cx="2057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2564892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0" y="2679192"/>
            <a:ext cx="411480" cy="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778240" y="2240280"/>
            <a:ext cx="2057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1392" y="2564892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05840" y="4434840"/>
            <a:ext cx="1325880" cy="301752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5079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063240" y="4434840"/>
            <a:ext cx="1325880" cy="301752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63240" y="45079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4434840"/>
            <a:ext cx="1325880" cy="301752"/>
          </a:xfrm>
          <a:prstGeom prst="rect">
            <a:avLst/>
          </a:prstGeom>
          <a:solidFill>
            <a:srgbClr val="0284C7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45079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78040" y="4434840"/>
            <a:ext cx="1325880" cy="301752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45079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235440" y="4434840"/>
            <a:ext cx="1325880" cy="301752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45079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68680" y="4892040"/>
            <a:ext cx="3886200" cy="105156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31" name="Image 0" descr="C:\xampp\htdocs\LMS\StackLearn\outputs\manual-stacklearn-ppt\assets\docx_media\word\media\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956048"/>
            <a:ext cx="3758184" cy="66751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978408" y="5687568"/>
            <a:ext cx="3666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tổng thể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360920" y="4892040"/>
            <a:ext cx="3886200" cy="105156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34" name="Image 1" descr="C:\xampp\htdocs\LMS\StackLearn\outputs\manual-stacklearn-ppt\assets\docx_media\word\media\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28" y="4956048"/>
            <a:ext cx="3758184" cy="66751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470648" y="5687568"/>
            <a:ext cx="3666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Mô-đun AI Tutor</a:t>
            </a:r>
            <a:endParaRPr lang="en-US" sz="800" dirty="0"/>
          </a:p>
        </p:txBody>
      </p:sp>
    </p:spTree>
  </p:cSld>
  <p:transition spd="med" advClick="1">
    <p:fade/>
  </p:transition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EFF6FF">
              <a:alpha val="92000"/>
            </a:srgbClr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1 - LMS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nhóm người dùng chia vai trò rõ ràng trong toàn bộ vòng đời khóa học.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2070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tác nhân hệ thống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1783080"/>
            <a:ext cx="30632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7008" y="2953512"/>
            <a:ext cx="8229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08176" y="28803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tập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207008" y="3410712"/>
            <a:ext cx="8229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08176" y="33375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quiz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207008" y="3867912"/>
            <a:ext cx="8229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08176" y="37947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AI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26280" y="1783080"/>
            <a:ext cx="30632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910328" y="2953512"/>
            <a:ext cx="82296" cy="822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11496" y="28803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khóa học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910328" y="3410712"/>
            <a:ext cx="82296" cy="822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11496" y="33375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bài giảng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910328" y="3867912"/>
            <a:ext cx="82296" cy="822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11496" y="37947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học viên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29600" y="1783080"/>
            <a:ext cx="30632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613648" y="2953512"/>
            <a:ext cx="82296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14816" y="28803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hệ thống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613648" y="3410712"/>
            <a:ext cx="82296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14816" y="33375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Duyệt khóa học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613648" y="3867912"/>
            <a:ext cx="82296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14816" y="37947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sát giao dịch</a:t>
            </a:r>
            <a:endParaRPr lang="en-US" sz="1350" dirty="0"/>
          </a:p>
        </p:txBody>
      </p:sp>
    </p:spTree>
  </p:cSld>
  <p:transition spd="med" advClick="1">
    <p:fade/>
  </p:transition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EFF6FF">
              <a:alpha val="92000"/>
            </a:srgbClr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CHỨC NĂNG LMS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nghiệp vụ chính được tổ chức theo vai trò sử dụng.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31546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691640"/>
            <a:ext cx="3154680" cy="530352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5623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78992" y="2651760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273405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78992" y="3291840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337413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78992" y="3931920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401421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danh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78992" y="4572000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52144" y="465429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tập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80560" y="1691640"/>
            <a:ext cx="31546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1691640"/>
            <a:ext cx="3154680" cy="530352"/>
          </a:xfrm>
          <a:prstGeom prst="rect">
            <a:avLst/>
          </a:prstGeom>
          <a:solidFill>
            <a:srgbClr val="0284C7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185623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28032" y="2651760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1184" y="273405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khóa học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28032" y="3291840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337413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video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28032" y="3931920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401421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quiz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28032" y="4572000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465429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bài giảng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29600" y="1691640"/>
            <a:ext cx="31546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1691640"/>
            <a:ext cx="3154680" cy="530352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185623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77072" y="2651760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50224" y="273405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user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577072" y="3291840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50224" y="337413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Duyệt khóa học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577072" y="3931920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50224" y="401421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thanh toán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577072" y="4572000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50224" y="465429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 hệ thống</a:t>
            </a:r>
            <a:endParaRPr lang="en-US" sz="1150" dirty="0"/>
          </a:p>
        </p:txBody>
      </p:sp>
    </p:spTree>
  </p:cSld>
  <p:transition spd="med" advClick="1">
    <p:fade/>
  </p:transition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EFF6FF">
              <a:alpha val="92000"/>
            </a:srgbClr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HỌC TẬP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đăng ký đến theo dõi tiến độ là một luồng học tập khép kín.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515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962656"/>
            <a:ext cx="905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55648" y="3072384"/>
            <a:ext cx="548640" cy="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14600" y="2743200"/>
            <a:ext cx="10515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2962656"/>
            <a:ext cx="905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31720" y="3703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danh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30168" y="3072384"/>
            <a:ext cx="548640" cy="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89120" y="2743200"/>
            <a:ext cx="10515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2962656"/>
            <a:ext cx="905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06240" y="3703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toán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04688" y="3072384"/>
            <a:ext cx="548640" cy="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63640" y="2743200"/>
            <a:ext cx="10515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2962656"/>
            <a:ext cx="905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80760" y="3703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bài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79208" y="3072384"/>
            <a:ext cx="548640" cy="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38160" y="2743200"/>
            <a:ext cx="10515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11312" y="2962656"/>
            <a:ext cx="905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955280" y="3703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quiz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253728" y="3072384"/>
            <a:ext cx="548640" cy="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012680" y="2743200"/>
            <a:ext cx="10515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85832" y="2962656"/>
            <a:ext cx="905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829800" y="3703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tiến độ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48840" y="5166360"/>
            <a:ext cx="7863840" cy="50292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31720" y="5349240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học tập được liên kết với đơn hàng, thanh toán, quiz và bảng tiến độ.</a:t>
            </a:r>
            <a:endParaRPr lang="en-US" sz="1100" dirty="0"/>
          </a:p>
        </p:txBody>
      </p:sp>
    </p:spTree>
  </p:cSld>
  <p:transition spd="med" advClick="1">
    <p:fade/>
  </p:transition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EFF6FF">
              <a:alpha val="92000"/>
            </a:srgbClr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SỞ DỮ LIỆU LMS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dữ liệu được giản lược thành các nhóm bảng cốt lõi.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1600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7053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1554480"/>
            <a:ext cx="1600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169621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554480"/>
            <a:ext cx="1600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169621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0" y="1828800"/>
            <a:ext cx="1600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17152" y="197053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0" y="4206240"/>
            <a:ext cx="1600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01952" y="434797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4480560"/>
            <a:ext cx="1600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462229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0" y="4480560"/>
            <a:ext cx="1600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88352" y="462229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58400" y="4206240"/>
            <a:ext cx="1600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31552" y="434797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075688"/>
            <a:ext cx="1143000" cy="-27432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257800" y="1801368"/>
            <a:ext cx="114300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257800" y="1801368"/>
            <a:ext cx="3886200" cy="27432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744200" y="2075688"/>
            <a:ext cx="-8915400" cy="237744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429000" y="4453128"/>
            <a:ext cx="1143000" cy="27432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001000" y="1801368"/>
            <a:ext cx="-685800" cy="292608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915400" y="4727448"/>
            <a:ext cx="1143000" cy="-27432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514600" y="2075688"/>
            <a:ext cx="662940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514600" y="2075688"/>
            <a:ext cx="7543800" cy="237744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971800" y="58704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trình bày ERD đầy đủ để giữ slide tập trung vào luồng dữ liệu nghiệp vụ.</a:t>
            </a:r>
            <a:endParaRPr lang="en-US" sz="1100" dirty="0"/>
          </a:p>
        </p:txBody>
      </p:sp>
    </p:spTree>
  </p:cSld>
  <p:transition spd="med" advClick="1">
    <p:fade/>
  </p:transition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EFF6FF">
              <a:alpha val="92000"/>
            </a:srgbClr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LMS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màn hình chính đã được triển khai trong hệ thống StackLearn.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572768"/>
            <a:ext cx="5303520" cy="2029968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0" name="Image 0" descr="C:\xampp\htdocs\LMS\StackLearn\outputs\manual-stacklearn-ppt\assets\docx_media\word\media\image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36776"/>
            <a:ext cx="5175504" cy="1645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5528" y="3346704"/>
            <a:ext cx="5084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199632" y="1572768"/>
            <a:ext cx="5303520" cy="2029968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3" name="Image 1" descr="C:\xampp\htdocs\LMS\StackLearn\outputs\manual-stacklearn-ppt\assets\docx_media\word\media\image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36776"/>
            <a:ext cx="5175504" cy="1645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09360" y="3346704"/>
            <a:ext cx="5084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khóa học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85800" y="3886200"/>
            <a:ext cx="5303520" cy="2029968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6" name="Image 2" descr="C:\xampp\htdocs\LMS\StackLearn\outputs\manual-stacklearn-ppt\assets\docx_media\word\media\image2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50208"/>
            <a:ext cx="5175504" cy="1645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" y="5660136"/>
            <a:ext cx="5084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học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6199632" y="3886200"/>
            <a:ext cx="5303520" cy="2029968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9" name="Image 3" descr="C:\xampp\htdocs\LMS\StackLearn\outputs\manual-stacklearn-ppt\assets\docx_media\word\media\image2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950208"/>
            <a:ext cx="5175504" cy="1645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09360" y="5660136"/>
            <a:ext cx="5084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800" dirty="0"/>
          </a:p>
        </p:txBody>
      </p:sp>
    </p:spTree>
  </p:cSld>
  <p:transition spd="med" advClick="1">
    <p:fade/>
  </p:transition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EFF6FF">
              <a:alpha val="92000"/>
            </a:srgbClr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2 - AI TUTOR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 biến LMS từ nơi cung cấp nội dung thành môi trường hỗ trợ tự học.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" y="1828800"/>
            <a:ext cx="47548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828800"/>
            <a:ext cx="47548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1488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 truyền thống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766560" y="21488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325880" y="2926080"/>
            <a:ext cx="82296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27048" y="28529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cung cấp nội dung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325880" y="3383280"/>
            <a:ext cx="82296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27048" y="33101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giải đáp thắc mắc tức thời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325880" y="3840480"/>
            <a:ext cx="82296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27048" y="37673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thuộc nhiều vào giảng viên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95160" y="2926080"/>
            <a:ext cx="8229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96328" y="28529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 đáp 24/7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95160" y="3383280"/>
            <a:ext cx="8229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96328" y="33101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thích bài học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995160" y="3840480"/>
            <a:ext cx="8229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96328" y="37673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Hỗ trợ tự học theo ngữ cảnh</a:t>
            </a:r>
            <a:endParaRPr lang="en-US" sz="1350" dirty="0"/>
          </a:p>
        </p:txBody>
      </p:sp>
    </p:spTree>
  </p:cSld>
  <p:transition spd="med" advClick="1">
    <p:fade/>
  </p:transition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EFF6FF">
              <a:alpha val="92000"/>
            </a:srgbClr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AI TUTOR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hỏi đáp AI đi qua lớp xây dựng ngữ cảnh trước khi gọi Gemini API.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97280" y="2423160"/>
            <a:ext cx="1645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64261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88920" y="2752344"/>
            <a:ext cx="384048" cy="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46120" y="2423160"/>
            <a:ext cx="1645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264261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937760" y="2752344"/>
            <a:ext cx="384048" cy="0"/>
          </a:xfrm>
          <a:prstGeom prst="line">
            <a:avLst/>
          </a:prstGeom>
          <a:noFill/>
          <a:ln w="15875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94960" y="2423160"/>
            <a:ext cx="1645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264261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Builder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086600" y="2752344"/>
            <a:ext cx="384048" cy="0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43800" y="2423160"/>
            <a:ext cx="1645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16952" y="264261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235440" y="2752344"/>
            <a:ext cx="384048" cy="0"/>
          </a:xfrm>
          <a:prstGeom prst="line">
            <a:avLst/>
          </a:prstGeom>
          <a:noFill/>
          <a:ln w="1587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92640" y="2423160"/>
            <a:ext cx="1645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65792" y="264261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057400" y="4069080"/>
            <a:ext cx="8046720" cy="1353312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24" name="Image 0" descr="C:\xampp\htdocs\LMS\StackLearn\outputs\manual-stacklearn-ppt\assets\docx_media\word\media\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1408" y="4133088"/>
            <a:ext cx="7918704" cy="96926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2167128" y="5166360"/>
            <a:ext cx="7827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hoạt động của mô-đun AI Tutor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874520" y="58064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 không gửi câu hỏi thô, mà bổ sung Course, Lesson, Transcript và Chat History.</a:t>
            </a:r>
            <a:endParaRPr lang="en-US" sz="1150" dirty="0"/>
          </a:p>
        </p:txBody>
      </p:sp>
    </p:spTree>
  </p:cSld>
  <p:transition spd="med" advClick="1">
    <p:fade/>
  </p:transition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EFF6FF">
              <a:alpha val="92000"/>
            </a:srgbClr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AI TUTOR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khác biệt của StackLearn là trả lời theo bài học đang học.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443484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0" y="1691640"/>
            <a:ext cx="571500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116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thường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965960" y="2606040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272491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26080" y="3090672"/>
            <a:ext cx="0" cy="29260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965960" y="3429000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9112" y="354787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26080" y="3913632"/>
            <a:ext cx="0" cy="29260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965960" y="4251960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39112" y="437083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201168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72200" y="2514600"/>
            <a:ext cx="1965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2569464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72200" y="3017520"/>
            <a:ext cx="1965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5352" y="3072384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3520440"/>
            <a:ext cx="1965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5352" y="3575304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4023360"/>
            <a:ext cx="1965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4078224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4526280"/>
            <a:ext cx="1965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5352" y="4581144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History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75320" y="3502152"/>
            <a:ext cx="685800" cy="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098280" y="3127248"/>
            <a:ext cx="15544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71432" y="335584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875520" y="3840480"/>
            <a:ext cx="0" cy="621792"/>
          </a:xfrm>
          <a:prstGeom prst="line">
            <a:avLst/>
          </a:prstGeom>
          <a:noFill/>
          <a:ln w="1587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641080" y="4617720"/>
            <a:ext cx="24688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14232" y="4754880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theo bài học</a:t>
            </a:r>
            <a:endParaRPr lang="en-US" sz="1200" dirty="0"/>
          </a:p>
        </p:txBody>
      </p:sp>
    </p:spTree>
  </p:cSld>
  <p:transition spd="med" advClick="1">
    <p:fade/>
  </p:transition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EFF6FF">
              <a:alpha val="92000"/>
            </a:srgbClr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 HOẠT ĐỘNG NHƯ THẾ NÀO?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được bổ sung ngữ cảnh, đóng gói thành prompt và lưu lại lịch sử học tập.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86537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viên hỏi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39112" y="1975104"/>
            <a:ext cx="292608" cy="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68880" y="1737360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86537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Truy xuất ngữ cảnh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13632" y="1975104"/>
            <a:ext cx="292608" cy="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43400" y="1737360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186537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Prompt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88152" y="1975104"/>
            <a:ext cx="292608" cy="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1737360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186537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662672" y="1975104"/>
            <a:ext cx="292608" cy="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92440" y="1737360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65592" y="186537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Phản hồi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537192" y="1975104"/>
            <a:ext cx="292608" cy="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966960" y="1737360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40112" y="186537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lịch sử chat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057400" y="3063240"/>
            <a:ext cx="1600200" cy="301752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57400" y="313639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023360" y="3063240"/>
            <a:ext cx="1417320" cy="301752"/>
          </a:xfrm>
          <a:prstGeom prst="rect">
            <a:avLst/>
          </a:prstGeom>
          <a:solidFill>
            <a:srgbClr val="0284C7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313639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989320" y="3063240"/>
            <a:ext cx="1417320" cy="301752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313639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955280" y="3063240"/>
            <a:ext cx="1417320" cy="301752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313639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874520" y="3913632"/>
            <a:ext cx="8458200" cy="1572768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35" name="Image 0" descr="C:\xampp\htdocs\LMS\StackLearn\outputs\manual-stacklearn-ppt\assets\docx_media\word\media\image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528" y="3977640"/>
            <a:ext cx="8330184" cy="11887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984248" y="5230368"/>
            <a:ext cx="8238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truy xuất ngữ cảnh cho AI Tutor</a:t>
            </a:r>
            <a:endParaRPr lang="en-US" sz="800" dirty="0"/>
          </a:p>
        </p:txBody>
      </p:sp>
    </p:spTree>
  </p:cSld>
  <p:transition spd="med" advClick="1">
    <p:fade/>
  </p:transition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EFF6FF">
              <a:alpha val="92000"/>
            </a:srgbClr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QUẢ, KẾT LUẬN VÀ HƯỚNG PHÁT TRIỂN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đã hoàn thiện LMS cốt lõi và chứng minh giá trị AI Tutor.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2496312"/>
            <a:ext cx="8229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4231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 hoàn chỉnh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2953512"/>
            <a:ext cx="8229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03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 hoạt động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3410712"/>
            <a:ext cx="8229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3375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Gemini API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8680" y="3867912"/>
            <a:ext cx="8229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7947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Hỗ trợ học tập theo ngữ cảnh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phát triển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46520" y="2496312"/>
            <a:ext cx="82296" cy="822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7688" y="24231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46520" y="2953512"/>
            <a:ext cx="82296" cy="822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47688" y="28803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46520" y="3410712"/>
            <a:ext cx="82296" cy="822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33375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với Vector Database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46520" y="3867912"/>
            <a:ext cx="82296" cy="822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37947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 Tutor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46520" y="4325112"/>
            <a:ext cx="82296" cy="822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7688" y="42519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học tập bằng AI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3337560" y="5166360"/>
            <a:ext cx="5486400" cy="621792"/>
          </a:xfrm>
          <a:prstGeom prst="rect">
            <a:avLst/>
          </a:prstGeom>
          <a:solidFill>
            <a:srgbClr val="EAF2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5394960"/>
            <a:ext cx="4983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luận: StackLearn nâng cấp LMS truyền thống bằng trợ giảng AI theo ngữ cảnh bài học.</a:t>
            </a:r>
            <a:endParaRPr lang="en-US" sz="1080" dirty="0"/>
          </a:p>
        </p:txBody>
      </p:sp>
    </p:spTree>
  </p:cSld>
  <p:transition spd="med" advClick="1">
    <p:fade/>
  </p:transition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EFF6FF">
              <a:alpha val="92000"/>
            </a:srgbClr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XIN CẢM ƠN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297680" y="3977640"/>
            <a:ext cx="356616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</p:spTree>
  </p:cSld>
  <p:transition spd="med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StackLearn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StackLearn AI Tutor</dc:title>
  <dc:subject>StackLearn - LMS tich hop AI Tutor</dc:subject>
  <dc:creator>Nguyen Ngoc Khanh</dc:creator>
  <cp:lastModifiedBy>Nguyen Ngoc Khanh</cp:lastModifiedBy>
  <cp:revision>1</cp:revision>
  <dcterms:created xsi:type="dcterms:W3CDTF">2026-06-08T02:33:30Z</dcterms:created>
  <dcterms:modified xsi:type="dcterms:W3CDTF">2026-06-08T02:33:30Z</dcterms:modified>
</cp:coreProperties>
</file>